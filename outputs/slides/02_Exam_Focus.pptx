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43a88da6d84915" /><Relationship Type="http://schemas.openxmlformats.org/officeDocument/2006/relationships/extended-properties" Target="/docProps/app.xml" Id="R0657957442044732" /><Relationship Type="http://schemas.openxmlformats.org/officeDocument/2006/relationships/officeDocument" Target="/ppt/presentation.xml" Id="R267a118c50dc41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50444ecb74431e"/>
  </p:sldMasterIdLst>
  <p:notesMasterIdLst>
    <p:notesMasterId xmlns:r="http://schemas.openxmlformats.org/officeDocument/2006/relationships" r:id="R428e0a9d082f46b4"/>
  </p:notesMasterIdLst>
  <p:sldIdLst>
    <p:sldId xmlns:r="http://schemas.openxmlformats.org/officeDocument/2006/relationships" id="256" r:id="Rdfa68844ff0f4319"/>
    <p:sldId xmlns:r="http://schemas.openxmlformats.org/officeDocument/2006/relationships" id="257" r:id="R292cbd0c3dca43ac"/>
    <p:sldId xmlns:r="http://schemas.openxmlformats.org/officeDocument/2006/relationships" id="258" r:id="Rd84b0a89693d413a"/>
    <p:sldId xmlns:r="http://schemas.openxmlformats.org/officeDocument/2006/relationships" id="259" r:id="R8f5c17b9f1ab4e35"/>
    <p:sldId xmlns:r="http://schemas.openxmlformats.org/officeDocument/2006/relationships" id="260" r:id="R1ed59834a4704b4b"/>
    <p:sldId xmlns:r="http://schemas.openxmlformats.org/officeDocument/2006/relationships" id="261" r:id="Rfa5b589adff54977"/>
    <p:sldId xmlns:r="http://schemas.openxmlformats.org/officeDocument/2006/relationships" id="262" r:id="R1c2a5c87846d42f0"/>
    <p:sldId xmlns:r="http://schemas.openxmlformats.org/officeDocument/2006/relationships" id="263" r:id="R2972d9ad65074f3d"/>
    <p:sldId xmlns:r="http://schemas.openxmlformats.org/officeDocument/2006/relationships" id="264" r:id="Rcd289b122e7a4c95"/>
    <p:sldId xmlns:r="http://schemas.openxmlformats.org/officeDocument/2006/relationships" id="265" r:id="R81919c32e5d24745"/>
    <p:sldId xmlns:r="http://schemas.openxmlformats.org/officeDocument/2006/relationships" id="266" r:id="R86d0264d87b549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153e03e0674a5b" /><Relationship Type="http://schemas.openxmlformats.org/officeDocument/2006/relationships/slideMaster" Target="/ppt/slideMasters/slideMaster1.xml" Id="Rdb50444ecb74431e" /><Relationship Type="http://schemas.openxmlformats.org/officeDocument/2006/relationships/notesMaster" Target="/ppt/notesMasters/notesMaster1.xml" Id="R428e0a9d082f46b4" /><Relationship Type="http://schemas.openxmlformats.org/officeDocument/2006/relationships/presProps" Target="/ppt/presProps.xml" Id="R2382b52d2c0546eb" /><Relationship Type="http://schemas.openxmlformats.org/officeDocument/2006/relationships/tableStyles" Target="/ppt/tableStyles.xml" Id="R8a6d82086a4d4c20" /><Relationship Type="http://schemas.openxmlformats.org/officeDocument/2006/relationships/slide" Target="/ppt/slides/slide1.xml" Id="Rdfa68844ff0f4319" /><Relationship Type="http://schemas.openxmlformats.org/officeDocument/2006/relationships/slide" Target="/ppt/slides/slide2.xml" Id="R292cbd0c3dca43ac" /><Relationship Type="http://schemas.openxmlformats.org/officeDocument/2006/relationships/slide" Target="/ppt/slides/slide3.xml" Id="Rd84b0a89693d413a" /><Relationship Type="http://schemas.openxmlformats.org/officeDocument/2006/relationships/slide" Target="/ppt/slides/slide4.xml" Id="R8f5c17b9f1ab4e35" /><Relationship Type="http://schemas.openxmlformats.org/officeDocument/2006/relationships/slide" Target="/ppt/slides/slide5.xml" Id="R1ed59834a4704b4b" /><Relationship Type="http://schemas.openxmlformats.org/officeDocument/2006/relationships/slide" Target="/ppt/slides/slide6.xml" Id="Rfa5b589adff54977" /><Relationship Type="http://schemas.openxmlformats.org/officeDocument/2006/relationships/slide" Target="/ppt/slides/slide7.xml" Id="R1c2a5c87846d42f0" /><Relationship Type="http://schemas.openxmlformats.org/officeDocument/2006/relationships/slide" Target="/ppt/slides/slide8.xml" Id="R2972d9ad65074f3d" /><Relationship Type="http://schemas.openxmlformats.org/officeDocument/2006/relationships/slide" Target="/ppt/slides/slide9.xml" Id="Rcd289b122e7a4c95" /><Relationship Type="http://schemas.openxmlformats.org/officeDocument/2006/relationships/slide" Target="/ppt/slides/slide10.xml" Id="R81919c32e5d24745" /><Relationship Type="http://schemas.openxmlformats.org/officeDocument/2006/relationships/slide" Target="/ppt/slides/slide11.xml" Id="R86d0264d87b549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dc37ada7e343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0af4705a01401b" /><Relationship Type="http://schemas.openxmlformats.org/officeDocument/2006/relationships/notesMaster" Target="/ppt/notesMasters/notesMaster1.xml" Id="R416af5ab98e640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e2abd357ae4368" /><Relationship Type="http://schemas.openxmlformats.org/officeDocument/2006/relationships/notesMaster" Target="/ppt/notesMasters/notesMaster1.xml" Id="Rd1659fbed38645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8c3e3d2412449a" /><Relationship Type="http://schemas.openxmlformats.org/officeDocument/2006/relationships/notesMaster" Target="/ppt/notesMasters/notesMaster1.xml" Id="R17cca26b69a54f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3bcaa35a6e44a5" /><Relationship Type="http://schemas.openxmlformats.org/officeDocument/2006/relationships/notesMaster" Target="/ppt/notesMasters/notesMaster1.xml" Id="R00aff9c723234a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c98dfacfe24fb9" /><Relationship Type="http://schemas.openxmlformats.org/officeDocument/2006/relationships/notesMaster" Target="/ppt/notesMasters/notesMaster1.xml" Id="R6d6bceb8578442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1bf4e250d44e83" /><Relationship Type="http://schemas.openxmlformats.org/officeDocument/2006/relationships/notesMaster" Target="/ppt/notesMasters/notesMaster1.xml" Id="Rbceb47bbc06e41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b11bb01bef4a04" /><Relationship Type="http://schemas.openxmlformats.org/officeDocument/2006/relationships/notesMaster" Target="/ppt/notesMasters/notesMaster1.xml" Id="R5e500c6f10dc49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bd777d305e42e0" /><Relationship Type="http://schemas.openxmlformats.org/officeDocument/2006/relationships/notesMaster" Target="/ppt/notesMasters/notesMaster1.xml" Id="R5e46e6fb581f41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0648e7c1b14789" /><Relationship Type="http://schemas.openxmlformats.org/officeDocument/2006/relationships/notesMaster" Target="/ppt/notesMasters/notesMaster1.xml" Id="Refeccbb791a34c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b10cc7cfc44f61" /><Relationship Type="http://schemas.openxmlformats.org/officeDocument/2006/relationships/notesMaster" Target="/ppt/notesMasters/notesMaster1.xml" Id="Rb36a9107cff548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0dfd14f4984aae" /><Relationship Type="http://schemas.openxmlformats.org/officeDocument/2006/relationships/notesMaster" Target="/ppt/notesMasters/notesMaster1.xml" Id="R022e0daa060641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fda250b5f9439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8f30084ce04aa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5daec19d3148b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89857be2f2418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67c24ef649451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daf8e4021444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E4FE53-3692-45E7-9334-81067A5074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9EE8537-20F1-4186-B502-9C2EC29222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8EB186A-C840-4255-A745-56E01B056C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6BE40F-7DC4-44EA-A6F5-8B1134330C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0D69030-1C9D-46E1-8315-0D9E97C945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EC6B615-D09A-40BD-B234-7B91620526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93F425-8F14-4297-91E6-55D53B6546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BDDA77E-3D4A-4D01-A6B0-931C0F2536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A0C2B0-76C2-4E67-960A-A51B7E9D36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AA78FC-67AB-4AFF-B167-A0ABF0F5EB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3c9660ee8c48a2" /><Relationship Type="http://schemas.openxmlformats.org/officeDocument/2006/relationships/slideLayout" Target="/ppt/slideLayouts/slideLayout1.xml" Id="R5b48049efc2b4316" /><Relationship Type="http://schemas.openxmlformats.org/officeDocument/2006/relationships/slideLayout" Target="/ppt/slideLayouts/slideLayout2.xml" Id="Rb7363d19d0484d88" /><Relationship Type="http://schemas.openxmlformats.org/officeDocument/2006/relationships/slideLayout" Target="/ppt/slideLayouts/slideLayout3.xml" Id="Rfac350cdf4064700" /><Relationship Type="http://schemas.openxmlformats.org/officeDocument/2006/relationships/slideLayout" Target="/ppt/slideLayouts/slideLayout4.xml" Id="R953d0bb003cf4d48" /><Relationship Type="http://schemas.openxmlformats.org/officeDocument/2006/relationships/slideLayout" Target="/ppt/slideLayouts/slideLayout5.xml" Id="R2cc72225d39d4d15" /><Relationship Type="http://schemas.openxmlformats.org/officeDocument/2006/relationships/slideLayout" Target="/ppt/slideLayouts/slideLayout6.xml" Id="R10319168291a4f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48049efc2b4316"/>
    <p:sldLayoutId xmlns:r="http://schemas.openxmlformats.org/officeDocument/2006/relationships" id="2147483650" r:id="Rb7363d19d0484d88"/>
    <p:sldLayoutId xmlns:r="http://schemas.openxmlformats.org/officeDocument/2006/relationships" id="2147483651" r:id="Rfac350cdf4064700"/>
    <p:sldLayoutId xmlns:r="http://schemas.openxmlformats.org/officeDocument/2006/relationships" id="2147483652" r:id="R953d0bb003cf4d48"/>
    <p:sldLayoutId xmlns:r="http://schemas.openxmlformats.org/officeDocument/2006/relationships" id="2147483653" r:id="R2cc72225d39d4d15"/>
    <p:sldLayoutId xmlns:r="http://schemas.openxmlformats.org/officeDocument/2006/relationships" id="2147483654" r:id="R10319168291a4f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b10b9c608c433f" /><Relationship Type="http://schemas.openxmlformats.org/officeDocument/2006/relationships/notesSlide" Target="/ppt/notesSlides/notesSlide1.xml" Id="R5b1932e05b5b4d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093922a7244d47" /><Relationship Type="http://schemas.openxmlformats.org/officeDocument/2006/relationships/notesSlide" Target="/ppt/notesSlides/notesSlide2.xml" Id="Rd135cb78f94044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a4b52af2e54874" /><Relationship Type="http://schemas.openxmlformats.org/officeDocument/2006/relationships/image" Target="/ppt/media/image.jpeg" Id="R25da8022b47e4319" /><Relationship Type="http://schemas.openxmlformats.org/officeDocument/2006/relationships/notesSlide" Target="/ppt/notesSlides/notesSlide3.xml" Id="R8429b8bb2f9448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67e5cc24b5400b" /><Relationship Type="http://schemas.openxmlformats.org/officeDocument/2006/relationships/image" Target="/ppt/media/image2.jpeg" Id="R47976b90230d42bf" /><Relationship Type="http://schemas.openxmlformats.org/officeDocument/2006/relationships/notesSlide" Target="/ppt/notesSlides/notesSlide4.xml" Id="Rbb546ccb521b4a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6fc68fc7c44255" /><Relationship Type="http://schemas.openxmlformats.org/officeDocument/2006/relationships/image" Target="/ppt/media/image3.jpeg" Id="R8d26629088a0452f" /><Relationship Type="http://schemas.openxmlformats.org/officeDocument/2006/relationships/notesSlide" Target="/ppt/notesSlides/notesSlide5.xml" Id="Rb10203ab52d44b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44ce92793c47c0" /><Relationship Type="http://schemas.openxmlformats.org/officeDocument/2006/relationships/image" Target="/ppt/media/image4.jpeg" Id="R92af0e01e20a4791" /><Relationship Type="http://schemas.openxmlformats.org/officeDocument/2006/relationships/notesSlide" Target="/ppt/notesSlides/notesSlide6.xml" Id="R62fa5c4581ee42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7aa91cbefc4bbb" /><Relationship Type="http://schemas.openxmlformats.org/officeDocument/2006/relationships/image" Target="/ppt/media/image5.jpeg" Id="R741f51f980684fd9" /><Relationship Type="http://schemas.openxmlformats.org/officeDocument/2006/relationships/notesSlide" Target="/ppt/notesSlides/notesSlide7.xml" Id="R2f1703e06d0144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e9e18496144b41" /><Relationship Type="http://schemas.openxmlformats.org/officeDocument/2006/relationships/image" Target="/ppt/media/image6.jpeg" Id="R52731445a69a4bf3" /><Relationship Type="http://schemas.openxmlformats.org/officeDocument/2006/relationships/notesSlide" Target="/ppt/notesSlides/notesSlide8.xml" Id="Rcb084aa07b2549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17630ab02d4e73" /><Relationship Type="http://schemas.openxmlformats.org/officeDocument/2006/relationships/image" Target="/ppt/media/image7.jpeg" Id="R6a731b4ae45e4335" /><Relationship Type="http://schemas.openxmlformats.org/officeDocument/2006/relationships/notesSlide" Target="/ppt/notesSlides/notesSlide9.xml" Id="R6c95c4bb8c0944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3d272e2ac9432e" /><Relationship Type="http://schemas.openxmlformats.org/officeDocument/2006/relationships/image" Target="/ppt/media/image8.jpeg" Id="R5c517b70fa774b44" /><Relationship Type="http://schemas.openxmlformats.org/officeDocument/2006/relationships/notesSlide" Target="/ppt/notesSlides/notesSlide10.xml" Id="Rc49b909257ea40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248c37973e469a" /><Relationship Type="http://schemas.openxmlformats.org/officeDocument/2006/relationships/notesSlide" Target="/ppt/notesSlides/notesSlide11.xml" Id="R36f62c894d4d4c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28336-5EF4-40FB-9AFC-AF4EDFCB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96600" cy="5638800"/>
          </a:xfrm>
          <a:prstGeom xmlns:a="http://schemas.openxmlformats.org/drawingml/2006/main" prst="roundRect">
            <a:avLst>
              <a:gd name="adj" fmla="val 20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504AF-41D4-4048-8F80-35E7158D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001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✦  PHYSICAL CHEMISTRY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1FA0C-FC4F-4196-9E7F-39B4F414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Exam Focus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0E4B3-2E0B-4299-9C46-CBC450F4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เฉพาะหัวข้อที่มีดาวผู้สอนยืนยันแล้ว พร้อมหลักฐานหน้า PDF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38210-7FA6-4348-AE82-73969118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9112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SC202301 · เรียบเรียงจากเอกสารผู้สอนและโน้ตเสริม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A2CAD-5F21-46DE-BAF9-DDE84A12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14500"/>
            <a:ext cx="171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8400" b="0">
                <a:solidFill>
                  <a:srgbClr val="E88EA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8400" b="0">
                <a:solidFill>
                  <a:srgbClr val="E88EAF"/>
                </a:solidFill>
                <a:latin typeface="Tahoma"/>
                <a:ea typeface="Tahoma"/>
                <a:cs typeface="Tahoma"/>
              </a:defRPr>
            </a:pPr>
            <a:r>
              <a:rPr sz="8400" b="0">
                <a:solidFill>
                  <a:srgbClr val="E88EAF"/>
                </a:solidFill>
                <a:latin typeface="Tahoma"/>
                <a:ea typeface="Tahoma"/>
                <a:cs typeface="Tahoma"/>
              </a:rPr>
              <a:t>⚗</a:t>
            </a:r>
          </a:p>
        </p:txBody>
      </p:sp>
    </p:spTree>
    <p:extLst>
      <p:ext uri="{BB962C8B-B14F-4D97-AF65-F5344CB8AC3E}">
        <p14:creationId xmlns:p14="http://schemas.microsoft.com/office/powerpoint/2010/main" val="18742269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65DB99-27A6-4469-98ED-0693F820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ความหมายของ P1 และ P2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D259B-1C9F-4E12-81EF-205848C1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2578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6EC15-340E-4F33-994A-9A88CC50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54864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2C1FD-44FC-41AA-8F6C-6036A456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668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P1 · Confirmed Instructor Star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C108D-C6A4-4EAB-98B8-7DBBD011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4762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เห็นดาวสีชมพู/ม่วงแดงรูป asterisk ชัดเจนบนหน้าต้นฉบับ</a:t>
            </a:r>
          </a:p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บันทึก PDF page และ printed slide</a:t>
            </a:r>
          </a:p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ใช้หลักฐานภาพตรวจย้อนกลับได้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40C0DF-9AE2-44D4-B1B2-4D74BC9A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66875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P2 · Directly Related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E853F5-7C39-45D5-9E2B-DDF57FF4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43125"/>
            <a:ext cx="4857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แนวคิดที่จำเป็นต่อการทำโจทย์ P1</a:t>
            </a:r>
          </a:p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เป็นการจัดลำดับเชิงวิชาการ</a:t>
            </a:r>
          </a:p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ไม่อ้างว่าอาจารย์ทำเครื่องหมาย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FAFA31-A4E8-4B94-94DC-D72DD490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Source: reports/star_detection_report.md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6DE06-93B1-49F1-998B-925D60E9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179362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8F2CA-A31A-4667-9371-238898AD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Initial-rate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8E818-3AE1-404A-A10C-C53D97ED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1093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Part1 PDF p.21 · slide 21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D957E-B75E-4DBF-A929-5E213AE4D6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da8022b47e4319"/>
          <a:stretch xmlns:a="http://schemas.openxmlformats.org/drawingml/2006/main"/>
        </p:blipFill>
        <p:spPr>
          <a:xfrm xmlns:a="http://schemas.openxmlformats.org/drawingml/2006/main">
            <a:off x="609600" y="1404938"/>
            <a:ext cx="5905500" cy="4429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EE847-5E16-4FDC-B3C4-C1E71265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19250"/>
            <a:ext cx="4714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A4E91-57D5-4B6C-A9A2-0478AC56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573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P1 · CONFIRMED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9B1AA-DBC2-4E5E-AB5E-8611EDDD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81250"/>
            <a:ext cx="400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หา reaction order และ k จากคู่ทดลอง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C236CE-ACD0-42BD-87CC-61F21F2D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62375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ทบทวนสูตรที่เกี่ยวข้อง แล้วทำโจทย์โดยไม่เปิดเฉลยก่อน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4F4D3-E543-4A6A-A8A0-6692F74C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Evidence: Part1 PDF p.21 · slide 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7FCE04-21EB-4875-9626-61718C47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083362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C6D19B-B57B-481E-9FCC-CEC37C27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First-order rate law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EFD6C-E736-4DE3-8FB8-0D01FFE2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1093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Part1 PDF p.35 · slide 34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E6138-7C4F-4AD9-9B1E-BA59762445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976b90230d42bf"/>
          <a:stretch xmlns:a="http://schemas.openxmlformats.org/drawingml/2006/main"/>
        </p:blipFill>
        <p:spPr>
          <a:xfrm xmlns:a="http://schemas.openxmlformats.org/drawingml/2006/main">
            <a:off x="609600" y="1404938"/>
            <a:ext cx="5905500" cy="4429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FCDE7-6E1C-408A-956E-C383D656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19250"/>
            <a:ext cx="4714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61907-E741-4456-978F-1F58E6B5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573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P1 · CONFIRMED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9687F-C492-41C7-BF5C-EC3BC204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81250"/>
            <a:ext cx="400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ln([A]t/[A]0)=-k1t และหน่วย k1=time^-1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44757-5C16-4B32-A750-E04C6E28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62375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ทบทวนสูตรที่เกี่ยวข้อง แล้วทำโจทย์โดยไม่เปิดเฉลยก่อน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CF49C-3BD9-4225-B3CF-B18B2EF3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Evidence: Part1 PDF p.35 · slide 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C61479-24A6-4104-AEC5-9FBB70FA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614991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0A0528-C98B-49DE-BFB5-95DBA729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Half-life ของอันดับหนึ่ง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688FA7-4C19-4D53-86BE-EB413551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1093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Part1 PDF p.40 · slide 39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73051-2AEE-4ED6-909D-0948C627F7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26629088a0452f"/>
          <a:stretch xmlns:a="http://schemas.openxmlformats.org/drawingml/2006/main"/>
        </p:blipFill>
        <p:spPr>
          <a:xfrm xmlns:a="http://schemas.openxmlformats.org/drawingml/2006/main">
            <a:off x="609600" y="1404938"/>
            <a:ext cx="5905500" cy="4429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613B0-CC45-4685-BF63-83B6A456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19250"/>
            <a:ext cx="4714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1757E-1AF2-416C-8EEA-7DC64740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573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P1 · CONFIRMED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35FE83-6093-4BC0-B427-63B967AF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81250"/>
            <a:ext cx="400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ปริมาณลดครึ่งหนึ่งในช่วงเวลาเท่ากัน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4E005-248A-4C55-8846-975E2423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62375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ทบทวนสูตรที่เกี่ยวข้อง แล้วทำโจทย์โดยไม่เปิดเฉลยก่อน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207B4A-FEBE-407F-9C76-99BD2469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Evidence: Part1 PDF p.40 · slide 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CEEA4B-1AD1-4D73-90BD-412677A2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158845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8B074-1EDA-4C3A-A048-4B666121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Reaction intermediate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FFDF3-7D4B-4467-807A-61DFFB2C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1093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Part1 PDF p.74 · slide 73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B9FCA-2CBE-4D97-AE89-0ACCDBC9EB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af0e01e20a4791"/>
          <a:stretch xmlns:a="http://schemas.openxmlformats.org/drawingml/2006/main"/>
        </p:blipFill>
        <p:spPr>
          <a:xfrm xmlns:a="http://schemas.openxmlformats.org/drawingml/2006/main">
            <a:off x="609600" y="1404938"/>
            <a:ext cx="5905500" cy="4429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8AA98-273D-41AD-835D-799F7608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19250"/>
            <a:ext cx="4714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832FB-7C1C-41AA-8F00-E71753B2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573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P1 · CONFIRMED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37418D-5499-472B-ADC3-42F70FBB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81250"/>
            <a:ext cx="400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เกิดในกลไกแต่ไม่ปรากฏในสมการรวม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AD375-7BA0-4812-A8CF-E5899BBC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62375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ทบทวนสูตรที่เกี่ยวข้อง แล้วทำโจทย์โดยไม่เปิดเฉลยก่อน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37D45A-4CD0-4F3A-AB6E-8C37107B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Evidence: Part1 PDF p.74 · slide 73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4F46E-ED5A-48E8-96A8-BDD16B79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773286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97703-4D2D-4019-8A56-3D758D96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Conductivity และ Ka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1E008-9574-4F8F-9EAA-9DD5475A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1093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Part2 PDF p.48 · slide 48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4C217-EB7E-44E4-8A5E-E06B7DFF1F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1f51f980684fd9"/>
          <a:stretch xmlns:a="http://schemas.openxmlformats.org/drawingml/2006/main"/>
        </p:blipFill>
        <p:spPr>
          <a:xfrm xmlns:a="http://schemas.openxmlformats.org/drawingml/2006/main">
            <a:off x="609600" y="1404938"/>
            <a:ext cx="5905500" cy="4429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E64D4-F58E-4931-8BB4-8D62C0AE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19250"/>
            <a:ext cx="4714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AE464-6230-4E8D-A4C5-C50099C3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573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P1 · CONFIRMED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DBD3C6-52A4-4D77-B6A2-20D787A8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81250"/>
            <a:ext cx="400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κ → Λm → α → Ka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BF6F1-8464-4465-B342-6A5B485D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62375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ทบทวนสูตรที่เกี่ยวข้อง แล้วทำโจทย์โดยไม่เปิดเฉลยก่อน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D3459D-B48C-4B2D-8F8F-CF997183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Evidence: Part2 PDF p.48 · slide 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1AF625-4D67-40DC-A35E-E8355682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03867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F778B4-A1A6-4AFC-979B-CC349640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Ionic strength และ γ±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8CC50-DAF6-454B-BD18-F4B5C5DD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1093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Part2 PDF p.83 · slide 83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CCD8E-DE48-4A7F-94B4-95732F1916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731445a69a4bf3"/>
          <a:stretch xmlns:a="http://schemas.openxmlformats.org/drawingml/2006/main"/>
        </p:blipFill>
        <p:spPr>
          <a:xfrm xmlns:a="http://schemas.openxmlformats.org/drawingml/2006/main">
            <a:off x="609600" y="1404938"/>
            <a:ext cx="5905500" cy="4429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AEA7E-56AA-449F-BD83-428C3EE0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19250"/>
            <a:ext cx="4714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37B4D-0BEB-47F9-B848-92E3CE24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573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P1 · CONFIRMED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E8CED-F841-4FB9-AAB8-28B6C9DD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81250"/>
            <a:ext cx="400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I=1/2Σcizi² และ Debye-Huckel limiting law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967445-399D-484D-8CAA-ACB932CD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62375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ทบทวนสูตรที่เกี่ยวข้อง แล้วทำโจทย์โดยไม่เปิดเฉลยก่อน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77330-5178-43FB-8CBF-DCB3CF4C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Evidence: Part2 PDF p.83 · slide 83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C66F7-7102-4E75-B41A-4FC9AEDC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421391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B02F08-A6BA-41DD-8885-B7EA8AF9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Galvanic cell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9EBCF-A0DB-4F7F-8AE5-0DC02DB9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1093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Part2 PDF p.95 · slide 95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A1FE7-972E-44A5-AEA6-A4100AE4E1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731b4ae45e4335"/>
          <a:stretch xmlns:a="http://schemas.openxmlformats.org/drawingml/2006/main"/>
        </p:blipFill>
        <p:spPr>
          <a:xfrm xmlns:a="http://schemas.openxmlformats.org/drawingml/2006/main">
            <a:off x="609600" y="1404938"/>
            <a:ext cx="5905500" cy="4429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79620-8C5D-43B3-92ED-4E169E66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19250"/>
            <a:ext cx="4714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5E850-C7FC-4252-95C9-41749FDB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573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P1 · CONFIRMED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1EFBF-A857-4FD8-9F74-30762B00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81250"/>
            <a:ext cx="400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anode oxidation · cathode reduction · salt bridge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0D24DD-6ACE-4AAF-8E93-9221A093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62375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ทบทวนสูตรที่เกี่ยวข้อง แล้วทำโจทย์โดยไม่เปิดเฉลยก่อน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C54EE-1DC2-4DF6-A198-CE894909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Evidence: Part2 PDF p.95 · slide 95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8E3165-D5FB-4128-B08A-03FE5275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612007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E1EA1-7472-463B-A141-FE9CB291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Cell potential ต่อ ΔG และ 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97FDA-2E27-4D99-858E-0E5B23DC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1093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Part2 PDF p.108 · slide 108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CA220-3872-4E59-A5CA-B0F12B0F75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17b70fa774b44"/>
          <a:stretch xmlns:a="http://schemas.openxmlformats.org/drawingml/2006/main"/>
        </p:blipFill>
        <p:spPr>
          <a:xfrm xmlns:a="http://schemas.openxmlformats.org/drawingml/2006/main">
            <a:off x="609600" y="1404938"/>
            <a:ext cx="5905500" cy="4429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562C0-FA33-46EC-AAD0-2086297C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19250"/>
            <a:ext cx="4714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9C109-6828-4C7B-991B-A8C90D55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573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P1 · CONFIRMED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FCC15-F14F-4225-AC11-1CE1D789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81250"/>
            <a:ext cx="400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Ecell=Ec-Ea แล้วเชื่อม ΔG=-nFE และ 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1C77B-2E09-4C5D-878C-1CE2CA53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62375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ทบทวนสูตรที่เกี่ยวข้อง แล้วทำโจทย์โดยไม่เปิดเฉลยก่อน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2E098C-4292-4B14-B21A-04A02FD5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Evidence: Part2 PDF p.108 · slide 108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85F6C-4E3C-43E1-B8C0-5E883AF3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118052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7227C6-A974-4CE1-9744-3016CF91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Exam Cram Checklist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8FDE3D-3DED-42D0-B704-69CA3FEB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2578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09B53-DB16-4C4D-B257-E07D2A5C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54864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9CC44-8C68-4A47-944A-68E7933D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668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Chemical Kinetics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E4C97-EA19-40B9-8C44-1BEF14BB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4762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□ initial-rate method</a:t>
            </a:r>
          </a:p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□ first-order integrated law</a:t>
            </a:r>
          </a:p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□ half-life</a:t>
            </a:r>
          </a:p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□ reaction mechanism</a:t>
            </a:r>
          </a:p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□ stoichiometric rate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722E4-A571-4753-9E75-9753D419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66875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Electrochemistry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46B520-0109-45D7-B903-58F1B7D6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43125"/>
            <a:ext cx="4857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□ conductivity → dissociation</a:t>
            </a:r>
          </a:p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□ ionic strength → activity</a:t>
            </a:r>
          </a:p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□ anode/cathode sign</a:t>
            </a:r>
          </a:p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□ Ecell → ΔG → K</a:t>
            </a:r>
          </a:p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□ ตรวจ arithmetic ของ AgBr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E3DAB-1BD7-4834-B79F-EDC63A55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No claim that any question is guaranteed to appear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B11FEC-A463-4188-96C7-D7403B2D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690279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2026-10-12T09:43:21.0540000Z</dcterms:created>
  <dcterms:modified xsi:type="dcterms:W3CDTF">2026-10-12T09:43:21.0540000Z</dcterms:modified>
</coreProperties>
</file>