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1c302ae254f7e" /><Relationship Type="http://schemas.openxmlformats.org/officeDocument/2006/relationships/extended-properties" Target="/docProps/app.xml" Id="Rb0d4ab67ba584bc6" /><Relationship Type="http://schemas.openxmlformats.org/officeDocument/2006/relationships/officeDocument" Target="/ppt/presentation.xml" Id="Rad50ccfd3b514a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fc54db8a24e7a"/>
  </p:sldMasterIdLst>
  <p:notesMasterIdLst>
    <p:notesMasterId xmlns:r="http://schemas.openxmlformats.org/officeDocument/2006/relationships" r:id="R9ed0c80d53344632"/>
  </p:notesMasterIdLst>
  <p:sldIdLst>
    <p:sldId xmlns:r="http://schemas.openxmlformats.org/officeDocument/2006/relationships" id="256" r:id="R92da07d6ec6d40a2"/>
    <p:sldId xmlns:r="http://schemas.openxmlformats.org/officeDocument/2006/relationships" id="257" r:id="Re5a2eb0e76fe4f53"/>
    <p:sldId xmlns:r="http://schemas.openxmlformats.org/officeDocument/2006/relationships" id="258" r:id="Re540d5d69f504ed6"/>
    <p:sldId xmlns:r="http://schemas.openxmlformats.org/officeDocument/2006/relationships" id="259" r:id="R57d68ffac4d5496e"/>
    <p:sldId xmlns:r="http://schemas.openxmlformats.org/officeDocument/2006/relationships" id="260" r:id="Rc88ed0eb26604343"/>
    <p:sldId xmlns:r="http://schemas.openxmlformats.org/officeDocument/2006/relationships" id="261" r:id="Re0cb030c2ac44352"/>
    <p:sldId xmlns:r="http://schemas.openxmlformats.org/officeDocument/2006/relationships" id="262" r:id="R52c47497a6994b26"/>
    <p:sldId xmlns:r="http://schemas.openxmlformats.org/officeDocument/2006/relationships" id="263" r:id="Rbd7c7448541e4aeb"/>
    <p:sldId xmlns:r="http://schemas.openxmlformats.org/officeDocument/2006/relationships" id="264" r:id="R82475b9b91f34d9a"/>
    <p:sldId xmlns:r="http://schemas.openxmlformats.org/officeDocument/2006/relationships" id="265" r:id="R8e27bc3123614de7"/>
    <p:sldId xmlns:r="http://schemas.openxmlformats.org/officeDocument/2006/relationships" id="266" r:id="Rdbfe87b5d5e542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b91847d577423c" /><Relationship Type="http://schemas.openxmlformats.org/officeDocument/2006/relationships/slideMaster" Target="/ppt/slideMasters/slideMaster1.xml" Id="Rc35fc54db8a24e7a" /><Relationship Type="http://schemas.openxmlformats.org/officeDocument/2006/relationships/notesMaster" Target="/ppt/notesMasters/notesMaster1.xml" Id="R9ed0c80d53344632" /><Relationship Type="http://schemas.openxmlformats.org/officeDocument/2006/relationships/presProps" Target="/ppt/presProps.xml" Id="R5b9dd9b3f4a843d0" /><Relationship Type="http://schemas.openxmlformats.org/officeDocument/2006/relationships/tableStyles" Target="/ppt/tableStyles.xml" Id="Rde2c5247e6d34294" /><Relationship Type="http://schemas.openxmlformats.org/officeDocument/2006/relationships/slide" Target="/ppt/slides/slide1.xml" Id="R92da07d6ec6d40a2" /><Relationship Type="http://schemas.openxmlformats.org/officeDocument/2006/relationships/slide" Target="/ppt/slides/slide2.xml" Id="Re5a2eb0e76fe4f53" /><Relationship Type="http://schemas.openxmlformats.org/officeDocument/2006/relationships/slide" Target="/ppt/slides/slide3.xml" Id="Re540d5d69f504ed6" /><Relationship Type="http://schemas.openxmlformats.org/officeDocument/2006/relationships/slide" Target="/ppt/slides/slide4.xml" Id="R57d68ffac4d5496e" /><Relationship Type="http://schemas.openxmlformats.org/officeDocument/2006/relationships/slide" Target="/ppt/slides/slide5.xml" Id="Rc88ed0eb26604343" /><Relationship Type="http://schemas.openxmlformats.org/officeDocument/2006/relationships/slide" Target="/ppt/slides/slide6.xml" Id="Re0cb030c2ac44352" /><Relationship Type="http://schemas.openxmlformats.org/officeDocument/2006/relationships/slide" Target="/ppt/slides/slide7.xml" Id="R52c47497a6994b26" /><Relationship Type="http://schemas.openxmlformats.org/officeDocument/2006/relationships/slide" Target="/ppt/slides/slide8.xml" Id="Rbd7c7448541e4aeb" /><Relationship Type="http://schemas.openxmlformats.org/officeDocument/2006/relationships/slide" Target="/ppt/slides/slide9.xml" Id="R82475b9b91f34d9a" /><Relationship Type="http://schemas.openxmlformats.org/officeDocument/2006/relationships/slide" Target="/ppt/slides/slide10.xml" Id="R8e27bc3123614de7" /><Relationship Type="http://schemas.openxmlformats.org/officeDocument/2006/relationships/slide" Target="/ppt/slides/slide11.xml" Id="Rdbfe87b5d5e5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19413729ce4e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184f0baf654659" /><Relationship Type="http://schemas.openxmlformats.org/officeDocument/2006/relationships/notesMaster" Target="/ppt/notesMasters/notesMaster1.xml" Id="R4fb19f8941f946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9fcbf12a4c4d78" /><Relationship Type="http://schemas.openxmlformats.org/officeDocument/2006/relationships/notesMaster" Target="/ppt/notesMasters/notesMaster1.xml" Id="R1dee60dad0744d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40cd1c8244aba" /><Relationship Type="http://schemas.openxmlformats.org/officeDocument/2006/relationships/notesMaster" Target="/ppt/notesMasters/notesMaster1.xml" Id="Rdcf26eea6a7e41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eff1125bd34ffb" /><Relationship Type="http://schemas.openxmlformats.org/officeDocument/2006/relationships/notesMaster" Target="/ppt/notesMasters/notesMaster1.xml" Id="Rf9c3327375d8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c59a77587f4617" /><Relationship Type="http://schemas.openxmlformats.org/officeDocument/2006/relationships/notesMaster" Target="/ppt/notesMasters/notesMaster1.xml" Id="Rcb86d434e2d94b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ff0097db1c4f77" /><Relationship Type="http://schemas.openxmlformats.org/officeDocument/2006/relationships/notesMaster" Target="/ppt/notesMasters/notesMaster1.xml" Id="Rcda795bb3fa948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c5b81cb9b479d" /><Relationship Type="http://schemas.openxmlformats.org/officeDocument/2006/relationships/notesMaster" Target="/ppt/notesMasters/notesMaster1.xml" Id="R2453552541b140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55783c09c4e4a" /><Relationship Type="http://schemas.openxmlformats.org/officeDocument/2006/relationships/notesMaster" Target="/ppt/notesMasters/notesMaster1.xml" Id="Rf3be5bb8806546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32e5ac2b28410d" /><Relationship Type="http://schemas.openxmlformats.org/officeDocument/2006/relationships/notesMaster" Target="/ppt/notesMasters/notesMaster1.xml" Id="R2eb766e0700b42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16ee6cd5b746ba" /><Relationship Type="http://schemas.openxmlformats.org/officeDocument/2006/relationships/notesMaster" Target="/ppt/notesMasters/notesMaster1.xml" Id="Rc2e1e29414f944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b06ca487b54301" /><Relationship Type="http://schemas.openxmlformats.org/officeDocument/2006/relationships/notesMaster" Target="/ppt/notesMasters/notesMaster1.xml" Id="R5078fc772895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1863f0b4b48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6339b520944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72aac2bcd40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48b95278549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72cff17594c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ce34f5779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2BCB37-FAFF-46E8-8933-94931451E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F5479F-85D7-4582-80FF-2454248587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7BBFE2-3B24-49DB-B9AB-D9E298844C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57D75A-E42C-451F-A7C9-B0CACF222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4C6C20-813F-41A2-BE1D-B32E90F8F2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983D08-D5F4-460D-B716-59E763004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8FCF02-00C2-4E1C-8F35-0A5B98C1DB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904ADE-EA71-46AF-A7FF-AB3D00A47B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D10D1B-B3DD-43A1-9463-26959B275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7FE4B9-2DE3-4889-93C8-2C3D80B063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1c78739934370" /><Relationship Type="http://schemas.openxmlformats.org/officeDocument/2006/relationships/slideLayout" Target="/ppt/slideLayouts/slideLayout1.xml" Id="Rb4458b3b1a864860" /><Relationship Type="http://schemas.openxmlformats.org/officeDocument/2006/relationships/slideLayout" Target="/ppt/slideLayouts/slideLayout2.xml" Id="R746ba9d290e14265" /><Relationship Type="http://schemas.openxmlformats.org/officeDocument/2006/relationships/slideLayout" Target="/ppt/slideLayouts/slideLayout3.xml" Id="R9866ad51e2534314" /><Relationship Type="http://schemas.openxmlformats.org/officeDocument/2006/relationships/slideLayout" Target="/ppt/slideLayouts/slideLayout4.xml" Id="Rcdd6e5df0ede436a" /><Relationship Type="http://schemas.openxmlformats.org/officeDocument/2006/relationships/slideLayout" Target="/ppt/slideLayouts/slideLayout5.xml" Id="R39b68495faa6455f" /><Relationship Type="http://schemas.openxmlformats.org/officeDocument/2006/relationships/slideLayout" Target="/ppt/slideLayouts/slideLayout6.xml" Id="R3c91bae58a3449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58b3b1a864860"/>
    <p:sldLayoutId xmlns:r="http://schemas.openxmlformats.org/officeDocument/2006/relationships" id="2147483650" r:id="R746ba9d290e14265"/>
    <p:sldLayoutId xmlns:r="http://schemas.openxmlformats.org/officeDocument/2006/relationships" id="2147483651" r:id="R9866ad51e2534314"/>
    <p:sldLayoutId xmlns:r="http://schemas.openxmlformats.org/officeDocument/2006/relationships" id="2147483652" r:id="Rcdd6e5df0ede436a"/>
    <p:sldLayoutId xmlns:r="http://schemas.openxmlformats.org/officeDocument/2006/relationships" id="2147483653" r:id="R39b68495faa6455f"/>
    <p:sldLayoutId xmlns:r="http://schemas.openxmlformats.org/officeDocument/2006/relationships" id="2147483654" r:id="R3c91bae58a3449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f81a0f5eb4728" /><Relationship Type="http://schemas.openxmlformats.org/officeDocument/2006/relationships/notesSlide" Target="/ppt/notesSlides/notesSlide1.xml" Id="R60a8857680284f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112b1e6644488" /><Relationship Type="http://schemas.openxmlformats.org/officeDocument/2006/relationships/notesSlide" Target="/ppt/notesSlides/notesSlide2.xml" Id="R725796b2300044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e453e7e824604" /><Relationship Type="http://schemas.openxmlformats.org/officeDocument/2006/relationships/notesSlide" Target="/ppt/notesSlides/notesSlide3.xml" Id="R7525a5e4c57f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6569a20904fc7" /><Relationship Type="http://schemas.openxmlformats.org/officeDocument/2006/relationships/notesSlide" Target="/ppt/notesSlides/notesSlide4.xml" Id="R89c7b1d2a30d41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b415ba7924ced" /><Relationship Type="http://schemas.openxmlformats.org/officeDocument/2006/relationships/notesSlide" Target="/ppt/notesSlides/notesSlide5.xml" Id="Re5822f99e2cf44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dc4fdd7144f01" /><Relationship Type="http://schemas.openxmlformats.org/officeDocument/2006/relationships/notesSlide" Target="/ppt/notesSlides/notesSlide6.xml" Id="R2b0939b2613b46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14443e9fe48a5" /><Relationship Type="http://schemas.openxmlformats.org/officeDocument/2006/relationships/notesSlide" Target="/ppt/notesSlides/notesSlide7.xml" Id="Rfbb1ff37794347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7a6f2ae484a03" /><Relationship Type="http://schemas.openxmlformats.org/officeDocument/2006/relationships/notesSlide" Target="/ppt/notesSlides/notesSlide8.xml" Id="R95b7cc3cc11c46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5dccb6dce34559" /><Relationship Type="http://schemas.openxmlformats.org/officeDocument/2006/relationships/notesSlide" Target="/ppt/notesSlides/notesSlide9.xml" Id="Re1fa849c7e574c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1e2fe058e463b" /><Relationship Type="http://schemas.openxmlformats.org/officeDocument/2006/relationships/notesSlide" Target="/ppt/notesSlides/notesSlide10.xml" Id="Rde1720a5592349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7ef486ed141be" /><Relationship Type="http://schemas.openxmlformats.org/officeDocument/2006/relationships/notesSlide" Target="/ppt/notesSlides/notesSlide11.xml" Id="R3fad27c010d845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07939-CBCD-4BF7-A5C5-94D14AC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5638800"/>
          </a:xfrm>
          <a:prstGeom xmlns:a="http://schemas.openxmlformats.org/drawingml/2006/main" prst="roundRect">
            <a:avLst>
              <a:gd name="adj" fmla="val 2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3235F-CBC9-40FC-8FA9-034E9DE0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00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✦  PHYSICAL CHEMISTRY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D8080-5367-43B5-86D7-B67E3030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Formula &amp; Worked Problems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EDF6A-CF03-4435-A65A-53663681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คู่มือเลือกสูตร พร้อมโจทย์และเฉลยเป็นขั้นตอน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108EE-F4DD-42C3-92CB-07965490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SC202301 · เรียบเรียงจากเอกสารผู้สอนและโน้ตเสริม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363CD-6806-43E1-B0E3-3A9E77C6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400" b="0">
                <a:solidFill>
                  <a:srgbClr val="E88EA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8400" b="0">
                <a:solidFill>
                  <a:srgbClr val="E88EAF"/>
                </a:solidFill>
                <a:latin typeface="Tahoma"/>
                <a:ea typeface="Tahoma"/>
                <a:cs typeface="Tahoma"/>
              </a:defRPr>
            </a:pPr>
            <a:r>
              <a:rPr sz="8400" b="0">
                <a:solidFill>
                  <a:srgbClr val="E88EAF"/>
                </a:solidFill>
                <a:latin typeface="Tahoma"/>
                <a:ea typeface="Tahoma"/>
                <a:cs typeface="Tahoma"/>
              </a:rPr>
              <a:t>⚗</a:t>
            </a:r>
          </a:p>
        </p:txBody>
      </p:sp>
    </p:spTree>
    <p:extLst>
      <p:ext uri="{BB962C8B-B14F-4D97-AF65-F5344CB8AC3E}">
        <p14:creationId xmlns:p14="http://schemas.microsoft.com/office/powerpoint/2010/main" val="728998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A1E78-4CF1-4E03-9274-ECCD737A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Formula Decision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D7141-3E60-4F23-B1B4-60D91234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578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65023-031E-4B36-9590-0649424E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864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CC487-DC8D-4F72-BE54-B1BECBD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ข้อมูล Kinetics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4C8B3-9E9B-4F96-ABFF-CD8B098F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concentration-time → integrated law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half-life → สูตรตาม order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k ที่ T1,T2 → Arrhenius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initial rates → rate ratios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7E894-756F-48E1-8652-305C5E73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ข้อมูล Electrochemistry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D64E1-64CC-47B8-B42B-0B3D917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κ และ c → Λm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Λm และ Λ° → α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E° → ΔG° หรือ K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nonstandard state → Nernst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E223F-3146-41F8-A90C-60EB0D8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Source: validated formula 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C2316-AA04-45E1-B935-8D09FD62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464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260ED-1D16-4868-9CBE-09F3D559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โจทย์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BA245-79A0-4F3C-B0CA-5255638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Part1 PDF p.42 / slide 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E01F3-1C40-4B4B-B4A8-5ED1404C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9E288-1669-4DDC-9C2E-4D3570C6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429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N2O5 เป็น first order</a:t>
            </a:r>
          </a:p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k=5.1×10^-4 s^-1, [A]0=0.25 M</a:t>
            </a:r>
          </a:p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หลัง 3.2 min เหลือเท่าใด?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4228A-AB10-44AC-A8CA-9D429D3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ลองทำก่อนเปิดสไลด์ถัดไป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9B38D-2C19-4659-834B-A924F3FE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Source-derived problem: Part1 PDF p.42 / slide 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C4B0F-EBDC-4358-863C-2A38DE0E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0403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7ABE3-6119-4D51-B882-EDF6D3A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เฉลยแบบเป็นขั้นตอน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0AD78-7D93-4564-A773-D6573329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Part1 PDF p.42 / slide 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35848-96EE-4989-BCEA-8E80D52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83D5E-874E-4316-AE46-8B59460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42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1: Given: t=192 s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2: Formula: [A]=[A]0e^-kt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3: Substitute: 0.25e^(-5.1×10^-4×192)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4: Answer: 0.227 M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5: Unit check: kt ไม่มีหน่วย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139AE-C429-4E29-9CAE-02A1F8CC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Validated calculation: Part1 PDF p.42 / slide 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8DD9C-76B5-4C6B-A113-176EF612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93527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86103-4F6A-4901-9F81-8BC63A7C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โจทย์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AFF1D-C661-4D0E-A5B4-238A0724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p.48 / slide 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D3D48-617F-45FD-90CB-D54FF73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46ADA-3A91-4806-8B30-8FE0BADA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429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CH3COOH 0.001028 M</a:t>
            </a:r>
          </a:p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κ=4.95×10^-5 S cm^-1, Λ°=390.5</a:t>
            </a:r>
          </a:p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จงหา 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D991C-0B93-4128-AF4C-1830A9D1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ลองทำก่อนเปิดสไลด์ถัดไป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3AA7A-2BF6-44F3-891A-44DDB314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Source-derived problem: Part2 PDF p.48 / slide 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8A4F5-0B8D-4F60-9E47-D4FD220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9885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E1741-9B34-45B2-8044-32383561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เฉลยแบบเป็นขั้นตอน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0C482-8296-4625-9A50-FFDF0415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p.48 / slide 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B208F-35A7-4467-BF55-43586D5E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5CB59-D32E-4D78-BFCF-FF181045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42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1: Λm=1000κ/c=48.15 S cm² mol^-1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2: α=Λm/Λ°=0.1233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3: Ka=cα²/(1-α)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4: Answer: 1.78×10^-5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5: Check: 0&lt;α&lt;1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CD824-A704-4347-9C52-084DE50B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Validated calculation: Part2 PDF p.48 / slide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7590C-26BB-4E17-AB81-2AF025CB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2476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EAF86-6E7D-4A82-B3B2-E2B403B3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โจทย์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A96C5-573E-4B93-9B7D-18EAB4E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p.83 / slide 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53887-1D93-4D62-A495-7FE5118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367D6-9DC1-45E7-8A33-BE303EB0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429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0.01 M CuSO4 ที่ 298 K</a:t>
            </a:r>
          </a:p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จงหา γ± ด้วย DHLL (A=0.509)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E0246-49FB-4246-B7F1-031B01E1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ลองทำก่อนเปิดสไลด์ถัดไป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0C7F6-6C64-4209-B085-C1280903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Source-derived problem: Part2 PDF p.83 / slide 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B6502-7D22-4EEA-BCCD-8E004E39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3633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CB963-E886-47FA-BB62-2CC4B1D1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เฉลยแบบเป็นขั้นตอน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68B9-526A-4FC8-A035-6D8521EA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p.83 / slide 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39039-0AA1-432C-A033-926D252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11CEB-C94D-475A-99E5-B357A6C9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42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1: I=1/2[(0.01)(2²)+(0.01)(-2)²]=0.04 M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2: logγ±=-0.509|2×-2|√0.04=-0.407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3: γ±=10^-0.407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4: Answer: 0.392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5: Condition: dilute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C11C5-B9A4-4175-BD30-90113E96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Validated calculation: Part2 PDF p.83 / slide 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047FE-374D-4A06-9608-3204B1A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15526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A5065-8EDA-4025-843B-04F17D5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โจทย์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08BD9-1A76-4780-B2D1-B8E33557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p.108 / slide 108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D5262-A90C-495F-9F72-96CADAF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29419-16D1-4720-890A-DC4D6A9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9429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E°cathode=+0.031 V</a:t>
            </a:r>
          </a:p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E°anode(as reduction)=-0.320 V</a:t>
            </a:r>
          </a:p>
          <a:p xmlns:a="http://schemas.openxmlformats.org/drawingml/2006/main">
            <a:pPr algn="ctr">
              <a:defRPr sz="22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จงหา E°cell, ΔG° และ K เมื่อ n=2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C06D-B662-4565-8838-52C6C2EA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ลองทำก่อนเปิดสไลด์ถัดไป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BCEA6-ACEE-44DF-B99A-3BBE01E2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Source-derived problem: Part2 PDF p.108 / slide 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5B428-495A-4EA6-94D6-78093A61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0882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D8563-3DBE-4191-BC0B-9075131E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เฉลยแบบเป็นขั้นตอน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9E6F1-A3FB-4754-8E43-FEABBB08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p.108 / slide 108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F446F-38C6-4D93-B199-89FC7893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F2690-8FF6-4638-97FA-47884776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42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1: E°cell=0.031-(-0.320)=0.351 V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2: ΔG°=-2(96485)(0.351)=-67.7 kJ mol^-1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3: logK=2(0.351)/0.05916=11.87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4: K≈7.4×10^11</a:t>
            </a:r>
          </a:p>
          <a:p xmlns:a="http://schemas.openxmlformats.org/drawingml/2006/main">
            <a:pPr algn="l">
              <a:defRPr sz="180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STEP 5: Spontaneous forward under standard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AE68B-F749-4A44-B6FC-94C230FB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Validated calculation: Part2 PDF p.108 / slide 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C1128-8AEB-45DC-AD90-3A096E43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8774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5D7B9-8235-485E-969C-E9C18D29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กรณี AgBr ที่ต้องระวัง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8533A-52E2-41AF-BD71-CAED5F75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เก็บต้นฉบับและคำแก้ไขแยกกัน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EA1D1-7A4F-4237-8F4E-6795B64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578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44811-7EB3-4084-9BEA-CD0CFFE6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4864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8C8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1EAC5-22BA-4441-86F2-0E0B271D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ค่าที่ต้นฉบับเขียน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A7F3E-A00F-4598-9582-2D191B0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6.99×10^-8 - 1.60×10^-8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= 7.39×10^-8 S cm^-1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สถานะ: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D06D9-B2D0-4569-8B52-2864B0E9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ค่าที่ตรวจคำนวณ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56DE0-AEAE-40A3-A212-992BD7EE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85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ผลต่างที่ถูกต้อง = 5.39×10^-8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S=4.44×10^-7 M</a:t>
            </a:r>
          </a:p>
          <a:p xmlns:a="http://schemas.openxmlformats.org/drawingml/2006/main">
            <a:pPr algn="l">
              <a:defRPr sz="1650" b="0">
                <a:solidFill>
                  <a:srgbClr val="34303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34303A"/>
                </a:solidFill>
                <a:latin typeface="Tahoma"/>
                <a:ea typeface="Tahoma"/>
                <a:cs typeface="Tahoma"/>
              </a:rPr>
              <a:t>Ksp=1.97×10^-13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1A5CD-CA5B-47B3-9C6F-9FEC4AF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716774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716774"/>
                </a:solidFill>
                <a:latin typeface="Tahoma"/>
                <a:ea typeface="Tahoma"/>
                <a:cs typeface="Tahoma"/>
              </a:rPr>
              <a:t>Part2 PDF p.66 / slide 66 · arithmetic discrepancy preserved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9B834-0D15-4DF0-8AD7-984713CE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05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66B95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C66B95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81141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2026-10-12T09:43:27.4710000Z</dcterms:created>
  <dcterms:modified xsi:type="dcterms:W3CDTF">2026-10-12T09:43:27.4710000Z</dcterms:modified>
</coreProperties>
</file>