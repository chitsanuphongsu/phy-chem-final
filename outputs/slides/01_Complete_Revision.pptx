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9a5c23b3694d94" /><Relationship Type="http://schemas.openxmlformats.org/officeDocument/2006/relationships/extended-properties" Target="/docProps/app.xml" Id="Rff02a9877a2d4c03" /><Relationship Type="http://schemas.openxmlformats.org/officeDocument/2006/relationships/officeDocument" Target="/ppt/presentation.xml" Id="R05141b51c66244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2c2f61826d4cdd"/>
  </p:sldMasterIdLst>
  <p:notesMasterIdLst>
    <p:notesMasterId xmlns:r="http://schemas.openxmlformats.org/officeDocument/2006/relationships" r:id="R398692854c5d4496"/>
  </p:notesMasterIdLst>
  <p:sldIdLst>
    <p:sldId xmlns:r="http://schemas.openxmlformats.org/officeDocument/2006/relationships" id="256" r:id="R54bbbace30674a16"/>
    <p:sldId xmlns:r="http://schemas.openxmlformats.org/officeDocument/2006/relationships" id="257" r:id="Rb0f118c8d2184b41"/>
    <p:sldId xmlns:r="http://schemas.openxmlformats.org/officeDocument/2006/relationships" id="258" r:id="R65b1641132424484"/>
    <p:sldId xmlns:r="http://schemas.openxmlformats.org/officeDocument/2006/relationships" id="259" r:id="R183b7e3923394dcb"/>
    <p:sldId xmlns:r="http://schemas.openxmlformats.org/officeDocument/2006/relationships" id="260" r:id="Rfaf09a0d974644da"/>
    <p:sldId xmlns:r="http://schemas.openxmlformats.org/officeDocument/2006/relationships" id="261" r:id="R863122d8aab94ba0"/>
    <p:sldId xmlns:r="http://schemas.openxmlformats.org/officeDocument/2006/relationships" id="262" r:id="R9c72baa164ac47d7"/>
    <p:sldId xmlns:r="http://schemas.openxmlformats.org/officeDocument/2006/relationships" id="263" r:id="R68d4421ef9dc4246"/>
    <p:sldId xmlns:r="http://schemas.openxmlformats.org/officeDocument/2006/relationships" id="264" r:id="R98f247609d3b4d60"/>
    <p:sldId xmlns:r="http://schemas.openxmlformats.org/officeDocument/2006/relationships" id="265" r:id="R9f6f906f308e40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614c230fba45a2" /><Relationship Type="http://schemas.openxmlformats.org/officeDocument/2006/relationships/slideMaster" Target="/ppt/slideMasters/slideMaster1.xml" Id="R312c2f61826d4cdd" /><Relationship Type="http://schemas.openxmlformats.org/officeDocument/2006/relationships/notesMaster" Target="/ppt/notesMasters/notesMaster1.xml" Id="R398692854c5d4496" /><Relationship Type="http://schemas.openxmlformats.org/officeDocument/2006/relationships/presProps" Target="/ppt/presProps.xml" Id="Rcad79d040d6b46a6" /><Relationship Type="http://schemas.openxmlformats.org/officeDocument/2006/relationships/tableStyles" Target="/ppt/tableStyles.xml" Id="Rf5f76159c5424ad5" /><Relationship Type="http://schemas.openxmlformats.org/officeDocument/2006/relationships/slide" Target="/ppt/slides/slide1.xml" Id="R54bbbace30674a16" /><Relationship Type="http://schemas.openxmlformats.org/officeDocument/2006/relationships/slide" Target="/ppt/slides/slide2.xml" Id="Rb0f118c8d2184b41" /><Relationship Type="http://schemas.openxmlformats.org/officeDocument/2006/relationships/slide" Target="/ppt/slides/slide3.xml" Id="R65b1641132424484" /><Relationship Type="http://schemas.openxmlformats.org/officeDocument/2006/relationships/slide" Target="/ppt/slides/slide4.xml" Id="R183b7e3923394dcb" /><Relationship Type="http://schemas.openxmlformats.org/officeDocument/2006/relationships/slide" Target="/ppt/slides/slide5.xml" Id="Rfaf09a0d974644da" /><Relationship Type="http://schemas.openxmlformats.org/officeDocument/2006/relationships/slide" Target="/ppt/slides/slide6.xml" Id="R863122d8aab94ba0" /><Relationship Type="http://schemas.openxmlformats.org/officeDocument/2006/relationships/slide" Target="/ppt/slides/slide7.xml" Id="R9c72baa164ac47d7" /><Relationship Type="http://schemas.openxmlformats.org/officeDocument/2006/relationships/slide" Target="/ppt/slides/slide8.xml" Id="R68d4421ef9dc4246" /><Relationship Type="http://schemas.openxmlformats.org/officeDocument/2006/relationships/slide" Target="/ppt/slides/slide9.xml" Id="R98f247609d3b4d60" /><Relationship Type="http://schemas.openxmlformats.org/officeDocument/2006/relationships/slide" Target="/ppt/slides/slide10.xml" Id="R9f6f906f308e40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1e68d288a14d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f445dfe6354d3e" /><Relationship Type="http://schemas.openxmlformats.org/officeDocument/2006/relationships/notesMaster" Target="/ppt/notesMasters/notesMaster1.xml" Id="R8fe0e646f99b46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857f11ccf84275" /><Relationship Type="http://schemas.openxmlformats.org/officeDocument/2006/relationships/notesMaster" Target="/ppt/notesMasters/notesMaster1.xml" Id="R44a74280718845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e1a3f16be54b1e" /><Relationship Type="http://schemas.openxmlformats.org/officeDocument/2006/relationships/notesMaster" Target="/ppt/notesMasters/notesMaster1.xml" Id="Rf66e2db977be4c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855c69b3004a06" /><Relationship Type="http://schemas.openxmlformats.org/officeDocument/2006/relationships/notesMaster" Target="/ppt/notesMasters/notesMaster1.xml" Id="Rb1fe046c4bab4f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b743b7049a41d0" /><Relationship Type="http://schemas.openxmlformats.org/officeDocument/2006/relationships/notesMaster" Target="/ppt/notesMasters/notesMaster1.xml" Id="Raa39a53f8b8849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4838e1876c4f34" /><Relationship Type="http://schemas.openxmlformats.org/officeDocument/2006/relationships/notesMaster" Target="/ppt/notesMasters/notesMaster1.xml" Id="Rc736064c431d45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10dfab284447d2" /><Relationship Type="http://schemas.openxmlformats.org/officeDocument/2006/relationships/notesMaster" Target="/ppt/notesMasters/notesMaster1.xml" Id="Rba09934a26f047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b159e5db5e428c" /><Relationship Type="http://schemas.openxmlformats.org/officeDocument/2006/relationships/notesMaster" Target="/ppt/notesMasters/notesMaster1.xml" Id="Rc3a85108549340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77b60cfb1d4480" /><Relationship Type="http://schemas.openxmlformats.org/officeDocument/2006/relationships/notesMaster" Target="/ppt/notesMasters/notesMaster1.xml" Id="R65025c2e4b1f4b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45b6e4fc754575" /><Relationship Type="http://schemas.openxmlformats.org/officeDocument/2006/relationships/notesMaster" Target="/ppt/notesMasters/notesMaster1.xml" Id="R53bed8bba5cb44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6b061c39bd4c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8fc65f2dac4d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b986b31f034c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7df33db7f4f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29a26d49844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a50398a3bb46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977CF5-2E91-49CD-913D-304C79BFC8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F7FB49-A314-4AA3-99E0-39BA203BA6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3CC960-F7A4-468E-AA09-6E791AD003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620348-3B85-4A02-B55D-CD5A81642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782BB5-CC02-40C6-AB81-EFFB1A2B91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7D17D6-E9DE-4021-B2B9-1B71FE2B83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BA207F-F50B-4B5F-89ED-5C3FBD7437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09A92C-F6DD-44E4-A387-B72D2E27E0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331F66-0F65-4B51-B658-45C29D90B6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53437E-F237-4E5D-B8EC-B43F3BBCE4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58d7b046dc4d67" /><Relationship Type="http://schemas.openxmlformats.org/officeDocument/2006/relationships/slideLayout" Target="/ppt/slideLayouts/slideLayout1.xml" Id="Ra543c8f5bc684025" /><Relationship Type="http://schemas.openxmlformats.org/officeDocument/2006/relationships/slideLayout" Target="/ppt/slideLayouts/slideLayout2.xml" Id="Rc71fa517a37e4ffb" /><Relationship Type="http://schemas.openxmlformats.org/officeDocument/2006/relationships/slideLayout" Target="/ppt/slideLayouts/slideLayout3.xml" Id="R45f5d67e8b194b4a" /><Relationship Type="http://schemas.openxmlformats.org/officeDocument/2006/relationships/slideLayout" Target="/ppt/slideLayouts/slideLayout4.xml" Id="R5431cda887c54157" /><Relationship Type="http://schemas.openxmlformats.org/officeDocument/2006/relationships/slideLayout" Target="/ppt/slideLayouts/slideLayout5.xml" Id="Ra420045c65a6490b" /><Relationship Type="http://schemas.openxmlformats.org/officeDocument/2006/relationships/slideLayout" Target="/ppt/slideLayouts/slideLayout6.xml" Id="R2f405291382841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43c8f5bc684025"/>
    <p:sldLayoutId xmlns:r="http://schemas.openxmlformats.org/officeDocument/2006/relationships" id="2147483650" r:id="Rc71fa517a37e4ffb"/>
    <p:sldLayoutId xmlns:r="http://schemas.openxmlformats.org/officeDocument/2006/relationships" id="2147483651" r:id="R45f5d67e8b194b4a"/>
    <p:sldLayoutId xmlns:r="http://schemas.openxmlformats.org/officeDocument/2006/relationships" id="2147483652" r:id="R5431cda887c54157"/>
    <p:sldLayoutId xmlns:r="http://schemas.openxmlformats.org/officeDocument/2006/relationships" id="2147483653" r:id="Ra420045c65a6490b"/>
    <p:sldLayoutId xmlns:r="http://schemas.openxmlformats.org/officeDocument/2006/relationships" id="2147483654" r:id="R2f405291382841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8db51e8b0c4bb7" /><Relationship Type="http://schemas.openxmlformats.org/officeDocument/2006/relationships/notesSlide" Target="/ppt/notesSlides/notesSlide1.xml" Id="R94fb5a1927454f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f18d8dd29a4240" /><Relationship Type="http://schemas.openxmlformats.org/officeDocument/2006/relationships/notesSlide" Target="/ppt/notesSlides/notesSlide2.xml" Id="Rfb6c5e4f4c0c4a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e5d9c7411649f1" /><Relationship Type="http://schemas.openxmlformats.org/officeDocument/2006/relationships/notesSlide" Target="/ppt/notesSlides/notesSlide3.xml" Id="R80f29e6757b94f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8f4f4cd1814b12" /><Relationship Type="http://schemas.openxmlformats.org/officeDocument/2006/relationships/notesSlide" Target="/ppt/notesSlides/notesSlide4.xml" Id="Raf6f856759e741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6c43e3e684c7e" /><Relationship Type="http://schemas.openxmlformats.org/officeDocument/2006/relationships/notesSlide" Target="/ppt/notesSlides/notesSlide5.xml" Id="R69b6d9bd5f014b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c83fccfdab487c" /><Relationship Type="http://schemas.openxmlformats.org/officeDocument/2006/relationships/notesSlide" Target="/ppt/notesSlides/notesSlide6.xml" Id="Rb9e9af0df9394e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b83f7e7fe64862" /><Relationship Type="http://schemas.openxmlformats.org/officeDocument/2006/relationships/notesSlide" Target="/ppt/notesSlides/notesSlide7.xml" Id="R9ca6a6ed8ae34e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4d8cdf2174543" /><Relationship Type="http://schemas.openxmlformats.org/officeDocument/2006/relationships/notesSlide" Target="/ppt/notesSlides/notesSlide8.xml" Id="R47068bee077047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30b474eb8a4ea0" /><Relationship Type="http://schemas.openxmlformats.org/officeDocument/2006/relationships/notesSlide" Target="/ppt/notesSlides/notesSlide9.xml" Id="R43fa430e7c6841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800776076e4bee" /><Relationship Type="http://schemas.openxmlformats.org/officeDocument/2006/relationships/notesSlide" Target="/ppt/notesSlides/notesSlide10.xml" Id="R27794ab6b41a48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B12F0-51AD-4BFB-934E-C0976A93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56388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BB053-23F2-4B53-B4A0-7B4F26BC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001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✦  PHYSICAL CHEMISTRY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6B14E-3BA2-439B-B2F8-003A656D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ทบทวน Physical Chemistry ฉบับครบ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AAE6B-62AD-41A0-9756-CE6B46C5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Chemical Kinetics + Electrochemistry · เน้นความเข้าใจและการเลือกใช้สูตร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68E6C-283F-46B6-9909-A6B1DEBB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911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SC202301 · เรียบเรียงจากเอกสารผู้สอนและโน้ตเสริม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710A5-E0DA-4E74-A473-DD318B45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171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8400" b="0">
                <a:solidFill>
                  <a:srgbClr val="E88EA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8400" b="0">
                <a:solidFill>
                  <a:srgbClr val="E88EAF"/>
                </a:solidFill>
                <a:latin typeface="Tahoma"/>
                <a:ea typeface="Tahoma"/>
                <a:cs typeface="Tahoma"/>
              </a:defRPr>
            </a:pPr>
            <a:r>
              <a:rPr sz="8400" b="0">
                <a:solidFill>
                  <a:srgbClr val="E88EAF"/>
                </a:solidFill>
                <a:latin typeface="Tahoma"/>
                <a:ea typeface="Tahoma"/>
                <a:cs typeface="Tahoma"/>
              </a:rPr>
              <a:t>⚗</a:t>
            </a:r>
          </a:p>
        </p:txBody>
      </p:sp>
    </p:spTree>
    <p:extLst>
      <p:ext uri="{BB962C8B-B14F-4D97-AF65-F5344CB8AC3E}">
        <p14:creationId xmlns:p14="http://schemas.microsoft.com/office/powerpoint/2010/main" val="260811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A949E-A00C-4D37-B0BB-808FE0BF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ภาพรวมรายวิชา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F4D77-B9D7-4DB3-A964-F52CE2A7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สองแกนความคิดที่เชื่อมข้อมูล การเปลี่ยนแปลง และพลังงาน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67045-00B2-40AB-A9A9-8C0B21BC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578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7EA91-9591-4BE1-843A-FAA28683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4864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5969F-3649-4002-ADA1-D1696341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Chemical Kinetics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19770-01F3-4693-ADD0-58888802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อัตราการเกิดปฏิกิริยา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กฎอัตราและ reaction order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Integrated rate laws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Half-life และ Arrhenius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กลไกและตัวเร่ง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5B136-1E7A-41C4-BD1C-FD8562DE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Electrochemistry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5EAFC-0E52-4F2D-BB9D-AC7F2129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4857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Electrolytes และ conductivity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Molar conductivity และ dissociation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Activity และ ionic strength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Electrochemical cells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Nernst, ΔG และ 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ECDA1-12A7-4D06-BE81-1D82224D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Source: Part1 pp.3-166; Part2 pp.5-132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A3C91-8DEC-4731-9308-B505B12A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04773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DF33B-08D0-44EE-A9E9-987FFE29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อัตราปฏิกิริยาและกฎอัตรา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FE4F5-BB8E-4644-BA35-6DCFAA2E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ดุลสมการก่อน แล้วเชื่อมอัตราด้วยสัมประสิทธิ์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467DE-2296-4CEF-9BEC-FF0B902E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971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18539-AF40-48E5-B7F4-0AE53739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v = -(1/a)d[A]/dt = (1/p)d[P]/dt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11B50-6E04-4BC7-BEDD-30656D9D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971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49794-C000-49C9-89F1-60CF19FF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623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rate = k[A]^m[B]^n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DD1B6-4A86-4519-A0D2-9FBD6FEE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อันดับ m,n ต้องหาเชิงทดลอง ไม่อ่านตรงจากสมการรวม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35E0E-7410-4104-A046-FF8C7B93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Source: Part1 pp.8-27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C7332-851E-4D02-815B-0A55AD9B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004346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0153E-D800-4E71-9996-D62639BF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Integrated rate laws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895EB-FA8B-4DD8-BF8B-FE222E2A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อันดับศูนย์: [A]t = [A]0 - k0t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0016E-1CC9-464E-8CC8-60A26A6E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971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2EF50-3690-448C-A0B3-43CC305E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อันดับหนึ่ง: ln([A]t/[A]0) = -k1t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46082-4C4C-4D62-ADC2-C42B6884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971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B1CC1-E69E-45B5-97B6-53D4C0DD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623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อันดับสอง: 1/[A]t = 1/[A]0 + k2t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18F81-6E2E-4F85-BFE2-5DEC4FB5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กราฟเส้นตรงช่วยตรวจอันดับและหน่วยของ 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26A2F-CC87-48A6-A0D2-F2F9B7EE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Source: Part1 pp.28-56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0DB28-A40A-4B11-B2B1-7FBD13FE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3105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75361-D27E-4113-B0B5-1B3FBD55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Half-life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03006-A51B-4F7C-9A5F-865960A8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อันดับศูนย์: t1/2 = [A]0/(2k0)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E3C55-3B29-4245-B4FA-F8342EE8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971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3299B-7A81-44AE-B523-ADDA5241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อันดับหนึ่ง: t1/2 = ln2/k1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6D263-603A-4C54-AD6D-C947660F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971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93BB0-B70E-42F1-8B0A-A978077C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623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อันดับสอง: t1/2 = 1/(k2[A]0)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62F16-5C84-4773-9E2F-A26F550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อันดับหนึ่งมี half-life คงที่เมื่ออุณหภูมิคงที่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25522-2159-4FF6-9D77-9BEE0DB6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Source: Part1 pp.32-55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5CAE4-5AB7-4378-BFC5-D8D807E4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963007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28484-1BA9-49C5-8126-BA6D62EB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Arrhenius และ activation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8440C-6675-4CF8-8DF3-77EBE873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k = A exp(-Ea/RT)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F4293-27F0-4017-9567-B818458B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971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F4C7D-3269-4EFC-9AC3-97C896A3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ln(k2/k1) = -(Ea/R)(1/T2 - 1/T1)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9A008-E212-40E0-A90B-38720A1F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971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1E756-373D-4C95-9F92-059672B0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623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T ต้องเป็น kelvin และ Ea ต้องสอดคล้องกับหน่วย 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413A0-BA4B-426D-B2E8-632F515D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ตัวเร่งลด Ea แต่ไม่เปลี่ยน ΔH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D3C03-3BAD-4323-81F7-4BF3E110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Source: Part1 pp.57-70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16055-7CDF-4DAA-A3B8-BB998B83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4400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52A38-0DB1-46BB-BB70-D056E55A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Conductivity และ dissociation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6B448-E7EE-477B-8188-48664389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G = 1/R = κA/l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E6304-2A68-4B56-922A-ACBED566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971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40111-FFF4-4F93-8AC0-90FA04F5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Λm = 1000κ/c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83EE2-E13B-438E-921B-10B1A5E5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971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66770-0EFE-47F7-8806-5738CD7E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623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α = Λm/Λm°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03ED8-BE46-4F1B-B898-1A037090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Ka = cα²/(1-α)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569F7-4041-4EE8-9ACE-6C443C43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Source: Part2 pp.31-50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CE900-3887-4079-83F3-B8D1FA82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901375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56657-13BD-4FBC-9324-13811CB6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Activity และ ionic strength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E2FC4-2C4F-4767-8EBD-6B2F1446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I = 1/2 Σ ci zi²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11A8C-BCFE-44C4-BC85-E87ACA14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971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4C223-7CB6-4660-B4FC-E16466CB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log γ± = -0.509|z+z-|√I ที่ 298 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EEEF7-4DC3-4F0D-821F-B0D53E58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971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390D4-D93A-4F3E-B5CD-D834DD08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623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a± = γ±m±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45111-037E-422A-B5E1-2459AE1D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DHLL ใช้กับสารละลายเจือจางมาก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34C97-24EE-4B0A-A03E-DA04B796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Source: Part2 pp.68-90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578E9-4F61-49E6-A740-EAFD9DB9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487291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1C33E-1132-4444-992C-0FBFAF52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Electrochemical cells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057A5-65B0-476F-82CA-C79C6D28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Oxidation ที่ anode · Reduction ที่ cathode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E916F-113E-40C6-A3B8-F593DEC4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971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A38BF-25BD-4A02-AF20-26118598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Ecell = Ecathode - Eanode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89C36-843B-4EB8-A678-14DA7E04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971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5EAA8-8FB4-4EEE-A628-840E4152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623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ΔG = -nFEcell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9B023-72B9-4023-BC82-BE09331B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E = E° - (0.05916/n)log Q ที่ 298 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E4779-23D6-4507-A282-F1F70513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Source: Part2 pp.94-119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B7928-418F-4872-AE3E-2108282F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422424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6DC3B-285F-44C2-8F99-E589BAAC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สรุปก่อนทำโจทย์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4C109-F80F-4DF3-A838-82D08015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578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3BE7D-5DE8-4931-968A-C042323F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4864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6CD8A-CFD1-4441-B1BB-2687A884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ก่อนแทนค่า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86ABE-F253-4426-BB6F-104F5E56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1. เขียน Given และ Find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2. เลือกสูตรตามชนิดข้อมูล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3. แปลงหน่วยให้สอดคล้อง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4. ดุลสมการและหา n ให้ถูก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7064F-A09F-46A3-805A-F2B7E411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หลังคำนวณ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26767-5B47-459B-895D-9CDF83DE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4857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1. ตรวจหน่วยของคำตอบ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2. ตรวจเครื่องหมายและขนาด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3. รายงาน significant figures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4. ย้อนดู source เมื่อพบค่าขัดแย้ง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32021-BD8C-4CA2-A2EA-A4E2F85F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Validated formula set: data/formulas.json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E741F-9E5F-4D7A-BF78-502C3B6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48428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2026-10-12T09:43:14.0470000Z</dcterms:created>
  <dcterms:modified xsi:type="dcterms:W3CDTF">2026-10-12T09:43:14.0470000Z</dcterms:modified>
</coreProperties>
</file>